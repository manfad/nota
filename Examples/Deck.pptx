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tripe"/>
          <p:cNvSpPr/>
          <p:nvPr userDrawn="1"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57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defPPr>
        <a:defRPr lang="en-US"/>
      </a:defPPr>
      <a:lvl1pPr marL="0" algn="l"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Quarterly Review &amp; Plans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Nota reads a deck the way it is printed</a:t>
            </a:r>
          </a:p>
          <a:p>
            <a:r>
              <a:rPr lang="en-US" sz="1800" i="1"/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shipped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Word documents, printed a page at a time</a:t>
            </a:r>
          </a:p>
          <a:p>
            <a:pPr lvl="1"/>
            <a:r>
              <a:rPr lang="en-US"/>
              <a:t>Tabs land on their tab stops</a:t>
            </a:r>
          </a:p>
          <a:p>
            <a:pPr lvl="1"/>
            <a:r>
              <a:rPr lang="en-US"/>
              <a:t>Footnotes gathered at the foot</a:t>
            </a:r>
          </a:p>
          <a:p>
            <a:r>
              <a:rPr lang="en-US"/>
              <a:t>Workbooks with their sheets as tabs</a:t>
            </a:r>
          </a:p>
          <a:p>
            <a:pPr lvl="1"/>
            <a:r>
              <a:rPr lang="en-US"/>
              <a:t>The first row is the header</a:t>
            </a:r>
          </a:p>
          <a:p>
            <a:r>
              <a:rPr lang="en-US" b="1"/>
              <a:t>Slides, one sheet each &lt;new&gt;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picture and a shape</a:t>
            </a:r>
          </a:p>
        </p:txBody>
      </p:sp>
      <p:pic>
        <p:nvPicPr>
          <p:cNvPr id="4" name="Picture 3" descr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572000" cy="3429000"/>
          </a:xfrm>
          <a:prstGeom prst="rect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6400800" y="2514600"/>
            <a:ext cx="4572000" cy="2057400"/>
          </a:xfrm>
          <a:prstGeom prst="roundRect">
            <a:avLst>
              <a:gd name="adj" fmla="val 12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Centred text</a:t>
            </a:r>
          </a:p>
          <a:p>
            <a:pPr algn="ctr"/>
            <a:r>
              <a:rPr lang="en-US" sz="1600"/>
              <a:t>on a rounded box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Opens this quarter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1981200"/>
          <a:ext cx="100584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/>
                        <a:t>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1 240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Pages printed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/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Sheets as tabs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/>
                        <a:t>PowerPoint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 sheet per slide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ta">
  <a:themeElements>
    <a:clrScheme name="Nota">
      <a:dk1>
        <a:srgbClr val="1F2937"/>
      </a:dk1>
      <a:lt1>
        <a:srgbClr val="FFFFFF"/>
      </a:lt1>
      <a:dk2>
        <a:srgbClr val="0F3D5E"/>
      </a:dk2>
      <a:lt2>
        <a:srgbClr val="EEF2F7"/>
      </a:lt2>
      <a:accent1>
        <a:srgbClr val="2563EB"/>
      </a:accent1>
      <a:accent2>
        <a:srgbClr val="F59E0B"/>
      </a:accent2>
      <a:accent3>
        <a:srgbClr val="10B981"/>
      </a:accent3>
      <a:accent4>
        <a:srgbClr val="EF4444"/>
      </a:accent4>
      <a:accent5>
        <a:srgbClr val="8B5CF6"/>
      </a:accent5>
      <a:accent6>
        <a:srgbClr val="14B8A6"/>
      </a:accent6>
      <a:hlink>
        <a:srgbClr val="2563EB"/>
      </a:hlink>
      <a:folHlink>
        <a:srgbClr val="7C3AED"/>
      </a:folHlink>
    </a:clrScheme>
    <a:fontScheme name="Nota">
      <a:majorFont>
        <a:latin typeface="Georgia"/>
        <a:ea typeface=""/>
        <a:cs typeface=""/>
      </a:majorFont>
      <a:minorFont>
        <a:latin typeface="Helvetica Neue"/>
        <a:ea typeface=""/>
        <a:cs typeface=""/>
      </a:minorFont>
    </a:fontScheme>
    <a:fmtScheme name="Not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Nota</Application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Quarterly Review</dc:title>
  <dc:creator>Nota</dc:creator>
  <dcterms:created xsi:type="dcterms:W3CDTF">2026-10-27T00:00:00Z</dcterms:created>
</cp:coreProperties>
</file>